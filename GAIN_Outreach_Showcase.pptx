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387557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57200"/>
            <a:ext cx="822960" cy="8229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572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EGRISS · GAIN · MANAGEMENT BRIEFING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84708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mapping to targeted outreach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743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mapped 110 comparable SDG values for refugees, IDPs and stateless people across 27 countries, and profiled 38 government &amp; MICS sources — who identifies displaced people, how, and what they measure. The same examples and data feed several EGRISS workstreams, so every outreach email can name the exact survey, variable and use.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548640" y="4041648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1E3059"/>
          </a:solidFill>
          <a:ln w="12700">
            <a:solidFill>
              <a:srgbClr val="2C4374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49808" y="4261104"/>
            <a:ext cx="164592" cy="164592"/>
          </a:xfrm>
          <a:prstGeom prst="ellipse">
            <a:avLst/>
          </a:prstGeom>
          <a:solidFill>
            <a:srgbClr val="4CC3C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1005840" y="41879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indicators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1005840" y="4480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displaced populations on the map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251960" y="4041648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1E3059"/>
          </a:solidFill>
          <a:ln w="12700">
            <a:solidFill>
              <a:srgbClr val="2C437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453128" y="4261104"/>
            <a:ext cx="164592" cy="164592"/>
          </a:xfrm>
          <a:prstGeom prst="ellipse">
            <a:avLst/>
          </a:prstGeom>
          <a:solidFill>
            <a:srgbClr val="3B71B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709160" y="41879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progress measure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709160" y="4480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solutions for IDPs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955280" y="4041648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1E3059"/>
          </a:solidFill>
          <a:ln w="12700">
            <a:solidFill>
              <a:srgbClr val="2C437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56448" y="4261104"/>
            <a:ext cx="164592" cy="164592"/>
          </a:xfrm>
          <a:prstGeom prst="ellipse">
            <a:avLst/>
          </a:prstGeom>
          <a:solidFill>
            <a:srgbClr val="F06667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412480" y="41879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library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8412480" y="4480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 GAIN examples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2303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4C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33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5870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values mapped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3337560" y="52303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4C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3300" dirty="0"/>
          </a:p>
        </p:txBody>
      </p:sp>
      <p:sp>
        <p:nvSpPr>
          <p:cNvPr id="22" name="Text 18"/>
          <p:cNvSpPr txBox="1"/>
          <p:nvPr/>
        </p:nvSpPr>
        <p:spPr>
          <a:xfrm>
            <a:off x="3337560" y="5870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targets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126480" y="52303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4C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300" dirty="0"/>
          </a:p>
        </p:txBody>
      </p:sp>
      <p:sp>
        <p:nvSpPr>
          <p:cNvPr id="24" name="Text 20"/>
          <p:cNvSpPr txBox="1"/>
          <p:nvPr/>
        </p:nvSpPr>
        <p:spPr>
          <a:xfrm>
            <a:off x="6126480" y="5870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tiers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8915400" y="52303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4C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3300" dirty="0"/>
          </a:p>
        </p:txBody>
      </p:sp>
      <p:sp>
        <p:nvSpPr>
          <p:cNvPr id="26" name="Text 22"/>
          <p:cNvSpPr txBox="1"/>
          <p:nvPr/>
        </p:nvSpPr>
        <p:spPr>
          <a:xfrm>
            <a:off x="8915400" y="5870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government-produced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tailored emails follow — each matched to what the source already collects — then the data-sharing ask.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146304" cy="146304"/>
          </a:xfrm>
          <a:prstGeom prst="ellipse">
            <a:avLst/>
          </a:prstGeom>
          <a:solidFill>
            <a:srgbClr val="3B71B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4572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ALREADY ASKS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— GeoStat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census already carries Q10 “Are you IDP or refugee?” and a stateless code. The ask is not a new survey — just a tabulation.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91672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350008"/>
            <a:ext cx="10872216" cy="1024128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40487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4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  </a:t>
            </a:r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office focal point · GeoStat, Georgia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7919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4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</a:t>
            </a:r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EGRISS Secretariat · GAIN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971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— a small tabulation from your Population Census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538728"/>
            <a:ext cx="10424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colleagues,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census already identifies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IDPs and refugees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(Q10) and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persons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Could you share a tabulation of a few indicators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that displacement status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water (6.1.1), electricity (7.1.1), birth registration (16.9.1), school attendance (4.1.2), employment (8.5.2)? We compute and share results back for your review, attributed to GeoStat.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SDG indicators and the IRIS durable-solutions progress measure for IDPs — and we’d welcome a short call to agree the easiest way to share: anonymised microdata, a custom tabulation, or a secure arrangement.</a:t>
            </a:r>
            <a:pPr indent="0" marL="0">
              <a:lnSpc>
                <a:spcPct val="106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146304" cy="146304"/>
          </a:xfrm>
          <a:prstGeom prst="ellipse">
            <a:avLst/>
          </a:prstGeom>
          <a:solidFill>
            <a:srgbClr val="1423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4572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MICRODATA IN HAND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— Department of Statistics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LFS 2024 flags nationality &amp; refugee status and asks the informal-sector questions. We name the exact variables — a precise, low-effort ask.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91672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350008"/>
            <a:ext cx="10872216" cy="1024128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40487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4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  </a:t>
            </a:r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Statistics (DoS), Jordan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7919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4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</a:t>
            </a:r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EGRISS Secretariat · GAIN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971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— Labour Force Survey 2024: the non-Jordanian microdata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538728"/>
            <a:ext cx="10424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colleagues,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LFS 2024 flags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nationality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coming to Jordan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(refugee / asylum-seeker), and asks the informal-sector questions —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security, contract type, business registration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non-Jordanian microdata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would let us compute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employment (8.3.1)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(8.5.2)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refugees — two indicators still missing on the map.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SDG indicators and the IRIS durable-solutions progress measure for IDPs — and we’d welcome a short call to agree the easiest way to share: anonymised microdata, a custom tabulation, or a secure arrangement.</a:t>
            </a:r>
            <a:pPr indent="0" marL="0">
              <a:lnSpc>
                <a:spcPct val="106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146304" cy="146304"/>
          </a:xfrm>
          <a:prstGeom prst="ellipse">
            <a:avLst/>
          </a:prstGeom>
          <a:solidFill>
            <a:srgbClr val="F0666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4572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MODULE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Cameroon — INS (MICS6)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MICS has no displacement flag. We propose the fix — a short module or a stratum, as Lebanon used for displaced Syrians.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91672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350008"/>
            <a:ext cx="10872216" cy="1024128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40487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4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  </a:t>
            </a:r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Statistics (INS), Cameroon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7919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4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</a:t>
            </a:r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EGRISS Secretariat · GAIN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971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— including refugees &amp; IDPs in your MICS6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538728"/>
            <a:ext cx="10424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colleagues,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MICS doesn’t separate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refugees or IDPs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their outcomes stay invisible. A short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 module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or a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 stratum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as Lebanon used for settlements of displaced Syrians — would let the survey report water, electricity, education and birth registration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displaced populations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We’re glad to share EGRISS’s IRRS / IRIS guidance and a ready-to-insert module.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SDG indicators and the IRIS durable-solutions progress measure for IDPs — and we’d welcome a short call to agree the easiest way to share: anonymised microdata, a custom tabulation, or a secure arrangement.</a:t>
            </a:r>
            <a:pPr indent="0" marL="0">
              <a:lnSpc>
                <a:spcPct val="106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146304" cy="146304"/>
          </a:xfrm>
          <a:prstGeom prst="ellipse">
            <a:avLst/>
          </a:prstGeom>
          <a:solidFill>
            <a:srgbClr val="4CC3C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4572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ASK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submitter — next GAIN round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 about new examples and ask for the data behind a past one, so we can compute its indicators across workstreams.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91672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350008"/>
            <a:ext cx="10872216" cy="1024128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40487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4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  </a:t>
            </a:r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GAIN example focal point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7919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4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</a:t>
            </a:r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EGRISS Secretariat · GAIN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971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next round — your 2023 example, and a small data ask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538728"/>
            <a:ext cx="10424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[Name],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we prepare the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round of GAIN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we’d love to hear about any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examples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And for the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you shared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could you share the report or anonymised microdata? The Secretariat now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comparable indicators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refugees/IDPs/stateless directly from the data — fully attributed and shared back for your review.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SDG indicators and the IRIS durable-solutions progress measure for IDPs — and we’d welcome a short call to agree the easiest way to share: anonymised microdata, a custom tabulation, or a secure arrangement.</a:t>
            </a:r>
            <a:pPr indent="0" marL="0">
              <a:lnSpc>
                <a:spcPct val="106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ASK, IN TWO PARTS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easy to share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2C4374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3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7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FEEDS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974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45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indicators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refugees, IDPs &amp; stateless — the shared map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endParaRPr lang="en-US" sz="14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45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progress measure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durable solutions for IDPs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endParaRPr lang="en-US" sz="14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45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library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the Compiler’s Manual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endParaRPr lang="en-US" sz="14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45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GAIN examples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next round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9632" y="1920240"/>
            <a:ext cx="544068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2C4374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3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65392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7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EASIEST MODE — THEIR CHOICE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65392" y="26974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45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microdata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(we compute everything)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endParaRPr lang="en-US" sz="14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45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tabulation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displacement status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endParaRPr lang="en-US" sz="14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45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transfer / DSA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needed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endParaRPr lang="en-US" sz="14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450" b="1" dirty="0">
                <a:solidFill>
                  <a:srgbClr val="142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attribute &amp; share back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anything is published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email closes by inviting a short conversation to agree the mode that suits the office.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2026-09-22T07:44:28Z</dcterms:created>
  <dcterms:modified xsi:type="dcterms:W3CDTF">2026-09-22T07:44:28Z</dcterms:modified>
</cp:coreProperties>
</file>